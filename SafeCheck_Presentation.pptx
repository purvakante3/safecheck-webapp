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581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228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3E89-4E43-6659-7CCD-D4F746C1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71199-911B-09E1-383B-9F5C81522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9BE81-F25E-02D4-8620-B95096919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445E7-628D-E868-FADA-FC9F8A4988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6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6B2C4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C3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SafeCheck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of mind when you travel alone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9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safety check-in companion — product walkthrough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SafeCheck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panic buttons rely on intrusive constant tracking and trigger frequent false alarms that cause alert fatigue. SafeCheck rethinks the safety check-in from the ground up.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25856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check-in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05456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reminder first, then automatic emergency-contact alerts only if you stay unresponsive.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43814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31012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by design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57016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constant background tracking — location is only shared during an active trip or SOS.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48970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436168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SOS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608576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alerts trusted contacts with a live GPS link, no setup required in the moment.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28232" y="1307592"/>
            <a:ext cx="5294376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918B604-89C8-2AA7-29EF-14B84833C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48" y="1439694"/>
            <a:ext cx="5072512" cy="2840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welcoming sign-up flow gets users protected in under a minute.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1719072"/>
            <a:ext cx="5202936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72784" y="1719072"/>
            <a:ext cx="5202936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2960" y="48920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82512" y="48920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9F3DFA-3749-78A5-3F35-C9B933E9A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37" y="1900979"/>
            <a:ext cx="4934303" cy="26525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7128A7-41C4-1269-E5F1-EC72CD2D5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402" y="1900979"/>
            <a:ext cx="4894589" cy="2652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Safety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user needs is one glance away — trusted contacts, quick helplines, and instant SOS.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2082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9280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SOS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3969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alerts contacts with a live GPS link — no trip setup needed.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94436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setup checklist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9125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to add contacts, grant location access, and set a fake caller profile.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9959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stats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24281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taken, safe arrivals, alerts triggered, and saved contacts, tracked automatically.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307592"/>
            <a:ext cx="552297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A0C664-075D-56A0-4320-5D1F2C77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821" y="1524645"/>
            <a:ext cx="5170254" cy="2827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Check-In Trip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walking home, taking a rideshare, or meeting someone new — start a timed check-in in seconds.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1746504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9963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destination &amp; travel mode — arrival time is calculated automatically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safety grace period, with optional continuous GPS trail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3DC59D-36AE-0F18-6363-E9D89F1B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1924812"/>
            <a:ext cx="5199888" cy="28300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853126-428D-A3BE-AB16-B2C2607B5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342" y="1940091"/>
            <a:ext cx="5184098" cy="2758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priority-based escalation circle, notified automatically during an unconfirmed check-in or SOS trigger.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5798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02996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responder tagging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7685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trusted contact as the first point of escalation.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0954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0815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email alerts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2841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receive live location links only when it matters.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413308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editable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37997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reorder, or remove contacts anytime from one screen.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627632"/>
            <a:ext cx="552297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E3EC2C-945D-EE48-D8AC-481133A9F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657" y="1741251"/>
            <a:ext cx="5300925" cy="29863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Safety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Discreet tools that work quietly in the background, ready the moment they're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pic>
        <p:nvPicPr>
          <p:cNvPr id="5" name="Image 0" descr="/home/claude/safecheck/img-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2120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963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pic>
        <p:nvPicPr>
          <p:cNvPr id="7" name="Image 1" descr="/home/claude/safecheck/img-0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21208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Call Simulator — escape uncomfortable situations with a realistic incoming call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&amp; impact detection — sudden drops trigger an SOS countdown automatically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&amp; Emergency Helplines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trip log for peace of mind, plus one-tap access to official emergency numbers — fully offline-ready.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9963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&amp; Safety Log — arrivals, alerts, and SOS events at a glance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Helplines — direct dial to police, ambulance &amp; women's safety lines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758405-DA7E-ADB4-9780-769AF2A9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1828800"/>
            <a:ext cx="5199888" cy="29260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B10451-668F-BBE2-0C65-CCBFC3D6A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1828801"/>
            <a:ext cx="5212081" cy="2926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architecture designed to eliminate false alarms without sacrificing safety.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5C2A4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Reminder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449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trip timer ends, SafeCheck sends a gentle prompt: “Did you reach safely?” One tap confirms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5C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Alert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0449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don't confirm within the grace period does SafeCheck escalate a live-location alert to your circle.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65592" y="1764792"/>
            <a:ext cx="3602736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always. No constant tracking — location is shared only during an active trip or SOS.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DE7EAA-B90E-DF8C-9A12-0A96E39BB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56" y="1833880"/>
            <a:ext cx="3447207" cy="1991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707FE-0DC7-4C3F-18A8-61B10EC2E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8E03FE-6089-2CA0-F037-CDFC12C7B6C7}"/>
              </a:ext>
            </a:extLst>
          </p:cNvPr>
          <p:cNvSpPr/>
          <p:nvPr/>
        </p:nvSpPr>
        <p:spPr>
          <a:xfrm>
            <a:off x="3611882" y="883271"/>
            <a:ext cx="5609939" cy="5471809"/>
          </a:xfrm>
          <a:prstGeom prst="ellipse">
            <a:avLst/>
          </a:prstGeom>
          <a:solidFill>
            <a:srgbClr val="8C3A5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DD9F55-325C-C79A-E78C-3D62A27E118F}"/>
              </a:ext>
            </a:extLst>
          </p:cNvPr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46DA7A-36D0-ABC4-942D-43571ACC0121}"/>
              </a:ext>
            </a:extLst>
          </p:cNvPr>
          <p:cNvSpPr/>
          <p:nvPr/>
        </p:nvSpPr>
        <p:spPr>
          <a:xfrm>
            <a:off x="640080" y="11704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32AB37-2C39-5F45-57BC-F1EA5B84A4E3}"/>
              </a:ext>
            </a:extLst>
          </p:cNvPr>
          <p:cNvSpPr txBox="1"/>
          <p:nvPr/>
        </p:nvSpPr>
        <p:spPr>
          <a:xfrm>
            <a:off x="914400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97A0B9-141F-7B71-2B9D-5AF9AB8FE010}"/>
              </a:ext>
            </a:extLst>
          </p:cNvPr>
          <p:cNvSpPr txBox="1"/>
          <p:nvPr/>
        </p:nvSpPr>
        <p:spPr>
          <a:xfrm>
            <a:off x="4667655" y="29489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72CA9EF-3DAB-235F-9415-6B9DD6F67C1A}"/>
              </a:ext>
            </a:extLst>
          </p:cNvPr>
          <p:cNvSpPr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3DBAE65-3A5F-1EEF-A3F6-2DB57FD2A6B1}"/>
              </a:ext>
            </a:extLst>
          </p:cNvPr>
          <p:cNvSpPr/>
          <p:nvPr/>
        </p:nvSpPr>
        <p:spPr>
          <a:xfrm>
            <a:off x="4235504" y="3108960"/>
            <a:ext cx="42723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BAC69B5-0631-DE30-CE2A-B7AFA8B3C6A7}"/>
              </a:ext>
            </a:extLst>
          </p:cNvPr>
          <p:cNvSpPr/>
          <p:nvPr/>
        </p:nvSpPr>
        <p:spPr>
          <a:xfrm>
            <a:off x="5024985" y="3954780"/>
            <a:ext cx="2930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9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— Personal Safety Companion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6503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542</Words>
  <Application>Microsoft Office PowerPoint</Application>
  <PresentationFormat>Widescreen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purvakante3@gmail.com</cp:lastModifiedBy>
  <cp:revision>2</cp:revision>
  <dcterms:created xsi:type="dcterms:W3CDTF">2026-09-25T13:26:22Z</dcterms:created>
  <dcterms:modified xsi:type="dcterms:W3CDTF">2026-09-25T14:24:11Z</dcterms:modified>
</cp:coreProperties>
</file>