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66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581" y="4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12286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73E89-4E43-6659-7CCD-D4F746C11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C71199-911B-09E1-383B-9F5C81522E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39BE81-F25E-02D4-8620-B950969194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E445E7-628D-E868-FADA-FC9F8A4988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3687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20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8C3A5D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3657600" cy="3657600"/>
          </a:xfrm>
          <a:prstGeom prst="ellipse">
            <a:avLst/>
          </a:prstGeom>
          <a:solidFill>
            <a:srgbClr val="6B2C4C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2148840"/>
            <a:ext cx="822960" cy="82296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1488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8C3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0632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SafeCheck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977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B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Peace of mind when you travel alone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617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9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two-stage safety check-in companion — product walkthrough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A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SafeCheck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panic buttons rely on intrusive constant tracking and trigger frequent false alarms that cause alert fatigue. SafeCheck rethinks the safety check-in from the ground up.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2386584"/>
            <a:ext cx="146304" cy="146304"/>
          </a:xfrm>
          <a:prstGeom prst="ellipse">
            <a:avLst/>
          </a:prstGeom>
          <a:solidFill>
            <a:srgbClr val="8C3A5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41248" y="2258568"/>
            <a:ext cx="5102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 check-in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505456"/>
            <a:ext cx="5102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soft reminder first, then automatic emergency-contact alerts only if you stay unresponsive.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3438144"/>
            <a:ext cx="146304" cy="146304"/>
          </a:xfrm>
          <a:prstGeom prst="ellipse">
            <a:avLst/>
          </a:prstGeom>
          <a:solidFill>
            <a:srgbClr val="8C3A5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41248" y="3310128"/>
            <a:ext cx="5102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Privacy-first by design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3557016"/>
            <a:ext cx="5102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constant background tracking — location is only shared during an active trip or SOS.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4489704"/>
            <a:ext cx="146304" cy="146304"/>
          </a:xfrm>
          <a:prstGeom prst="ellipse">
            <a:avLst/>
          </a:prstGeom>
          <a:solidFill>
            <a:srgbClr val="8C3A5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41248" y="4361688"/>
            <a:ext cx="5102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Emergency SOS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41248" y="4608576"/>
            <a:ext cx="5102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Instantly alerts trusted contacts with a live GPS link, no setup required in the moment.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28232" y="1307592"/>
            <a:ext cx="5294376" cy="3072384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E4D2DA"/>
            </a:solidFill>
            <a:prstDash val="solid"/>
          </a:ln>
          <a:effectLst>
            <a:outerShdw blurRad="127000" dist="38100" dir="5400000" algn="bl" rotWithShape="0">
              <a:srgbClr val="4A2038">
                <a:alpha val="2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SafeCheck  •  Personal Safety Companion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918B604-89C8-2AA7-29EF-14B84833C1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0848" y="1439694"/>
            <a:ext cx="5072512" cy="28404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A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Started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simple, welcoming sign-up flow gets users protected in under a minute.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13232" y="1719072"/>
            <a:ext cx="5202936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4D2DA"/>
            </a:solidFill>
            <a:prstDash val="solid"/>
          </a:ln>
          <a:effectLst>
            <a:outerShdw blurRad="127000" dist="38100" dir="5400000" algn="bl" rotWithShape="0">
              <a:srgbClr val="4A2038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272784" y="1719072"/>
            <a:ext cx="5202936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4D2DA"/>
            </a:solidFill>
            <a:prstDash val="solid"/>
          </a:ln>
          <a:effectLst>
            <a:outerShdw blurRad="127000" dist="38100" dir="5400000" algn="bl" rotWithShape="0">
              <a:srgbClr val="4A2038">
                <a:alpha val="25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822960" y="489204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C3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6382512" y="489204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C3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account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SafeCheck  •  Personal Safety Companion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B9F3DFA-3749-78A5-3F35-C9B933E9A8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137" y="1900979"/>
            <a:ext cx="4934303" cy="265252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47128A7-41C4-1269-E5F1-EC72CD2D52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1402" y="1900979"/>
            <a:ext cx="4894589" cy="265252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A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Safety Dashboard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15568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 user needs is one glance away — trusted contacts, quick helplines, and instant SOS.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2020824"/>
            <a:ext cx="146304" cy="146304"/>
          </a:xfrm>
          <a:prstGeom prst="ellipse">
            <a:avLst/>
          </a:prstGeom>
          <a:solidFill>
            <a:srgbClr val="8C3A5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41248" y="1892808"/>
            <a:ext cx="491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Emergency SOS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139696"/>
            <a:ext cx="4919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Immediately alerts contacts with a live GPS link — no trip setup needed.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3072384"/>
            <a:ext cx="146304" cy="146304"/>
          </a:xfrm>
          <a:prstGeom prst="ellipse">
            <a:avLst/>
          </a:prstGeom>
          <a:solidFill>
            <a:srgbClr val="8C3A5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41248" y="2944368"/>
            <a:ext cx="491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setup checklist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3191256"/>
            <a:ext cx="4919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Guides users to add contacts, grant location access, and set a fake caller profile.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4123944"/>
            <a:ext cx="146304" cy="146304"/>
          </a:xfrm>
          <a:prstGeom prst="ellipse">
            <a:avLst/>
          </a:prstGeom>
          <a:solidFill>
            <a:srgbClr val="8C3A5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41248" y="3995928"/>
            <a:ext cx="491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At-a-glance stats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41248" y="4242816"/>
            <a:ext cx="4919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Trips taken, safe arrivals, alerts triggered, and saved contacts, tracked automatically.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99632" y="1307592"/>
            <a:ext cx="5522976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E4D2DA"/>
            </a:solidFill>
            <a:prstDash val="solid"/>
          </a:ln>
          <a:effectLst>
            <a:outerShdw blurRad="127000" dist="38100" dir="5400000" algn="bl" rotWithShape="0">
              <a:srgbClr val="4A2038">
                <a:alpha val="2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SafeCheck  •  Personal Safety Companion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FA0C664-075D-56A0-4320-5D1F2C77F4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821" y="1524645"/>
            <a:ext cx="5170254" cy="28274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A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a Check-In Trip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walking home, taking a rideshare, or meeting someone new — start a timed check-in in seconds.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38912" y="1746504"/>
            <a:ext cx="5431536" cy="3145536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E4D2DA"/>
            </a:solidFill>
            <a:prstDash val="solid"/>
          </a:ln>
          <a:effectLst>
            <a:outerShdw blurRad="127000" dist="38100" dir="5400000" algn="bl" rotWithShape="0">
              <a:srgbClr val="4A2038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199632" y="1719072"/>
            <a:ext cx="5431536" cy="3145536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E4D2DA"/>
            </a:solidFill>
            <a:prstDash val="solid"/>
          </a:ln>
          <a:effectLst>
            <a:outerShdw blurRad="127000" dist="38100" dir="5400000" algn="bl" rotWithShape="0">
              <a:srgbClr val="4A2038">
                <a:alpha val="25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548640" y="489204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Route, destination &amp; travel mode — arrival time is calculated automatically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6309360" y="489204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safety grace period, with optional continuous GPS trail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SafeCheck  •  Personal Safety Companion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D3DC59D-36AE-0F18-6363-E9D89F1BFC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832" y="1924812"/>
            <a:ext cx="5199888" cy="283006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C853126-428D-A3BE-AB16-B2C2607B52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7342" y="1940091"/>
            <a:ext cx="5184098" cy="27583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A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Emergency Contacts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15568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priority-based escalation circle, notified automatically during an unconfirmed check-in or SOS trigger.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2157984"/>
            <a:ext cx="146304" cy="146304"/>
          </a:xfrm>
          <a:prstGeom prst="ellipse">
            <a:avLst/>
          </a:prstGeom>
          <a:solidFill>
            <a:srgbClr val="8C3A5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41248" y="2029968"/>
            <a:ext cx="491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responder tagging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276856"/>
            <a:ext cx="4919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a trusted contact as the first point of escalation.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3209544"/>
            <a:ext cx="146304" cy="146304"/>
          </a:xfrm>
          <a:prstGeom prst="ellipse">
            <a:avLst/>
          </a:prstGeom>
          <a:solidFill>
            <a:srgbClr val="8C3A5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41248" y="3081528"/>
            <a:ext cx="491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email alerts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3328416"/>
            <a:ext cx="4919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Contacts receive live location links only when it matters.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4261104"/>
            <a:ext cx="146304" cy="146304"/>
          </a:xfrm>
          <a:prstGeom prst="ellipse">
            <a:avLst/>
          </a:prstGeom>
          <a:solidFill>
            <a:srgbClr val="8C3A5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41248" y="4133088"/>
            <a:ext cx="491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editable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41248" y="4379976"/>
            <a:ext cx="49194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reorder, or remove contacts anytime from one screen.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99632" y="1627632"/>
            <a:ext cx="5522976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E4D2DA"/>
            </a:solidFill>
            <a:prstDash val="solid"/>
          </a:ln>
          <a:effectLst>
            <a:outerShdw blurRad="127000" dist="38100" dir="5400000" algn="bl" rotWithShape="0">
              <a:srgbClr val="4A2038">
                <a:alpha val="2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SafeCheck  •  Personal Safety Companion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3E3EC2C-945D-EE48-D8AC-481133A9FD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0657" y="1741251"/>
            <a:ext cx="5300925" cy="29863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A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Safety Features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Discreet tools that work quietly in the background, ready the moment they're needed.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38912" y="1719072"/>
            <a:ext cx="5431536" cy="3145536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E4D2DA"/>
            </a:solidFill>
            <a:prstDash val="solid"/>
          </a:ln>
          <a:effectLst>
            <a:outerShdw blurRad="127000" dist="38100" dir="5400000" algn="bl" rotWithShape="0">
              <a:srgbClr val="4A2038">
                <a:alpha val="25000"/>
              </a:srgbClr>
            </a:outerShdw>
          </a:effectLst>
        </p:spPr>
      </p:sp>
      <p:pic>
        <p:nvPicPr>
          <p:cNvPr id="5" name="Image 0" descr="/home/claude/safecheck/img-01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28800"/>
            <a:ext cx="5212080" cy="2926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199632" y="1719072"/>
            <a:ext cx="5431536" cy="3145536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E4D2DA"/>
            </a:solidFill>
            <a:prstDash val="solid"/>
          </a:ln>
          <a:effectLst>
            <a:outerShdw blurRad="127000" dist="38100" dir="5400000" algn="bl" rotWithShape="0">
              <a:srgbClr val="4A2038">
                <a:alpha val="25000"/>
              </a:srgbClr>
            </a:outerShdw>
          </a:effectLst>
        </p:spPr>
      </p:sp>
      <p:pic>
        <p:nvPicPr>
          <p:cNvPr id="7" name="Image 1" descr="/home/claude/safecheck/img-01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828800"/>
            <a:ext cx="5212080" cy="29260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489204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Call Simulator — escape uncomfortable situations with a realistic incoming call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6309360" y="489204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&amp; impact detection — sudden drops trigger an SOS countdown automatically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SafeCheck  •  Personal Safety Companion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A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History &amp; Emergency Helplines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trip log for peace of mind, plus one-tap access to official emergency numbers — fully offline-ready.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38912" y="1719072"/>
            <a:ext cx="5431536" cy="3145536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E4D2DA"/>
            </a:solidFill>
            <a:prstDash val="solid"/>
          </a:ln>
          <a:effectLst>
            <a:outerShdw blurRad="127000" dist="38100" dir="5400000" algn="bl" rotWithShape="0">
              <a:srgbClr val="4A2038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199632" y="1719072"/>
            <a:ext cx="5431536" cy="3145536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E4D2DA"/>
            </a:solidFill>
            <a:prstDash val="solid"/>
          </a:ln>
          <a:effectLst>
            <a:outerShdw blurRad="127000" dist="38100" dir="5400000" algn="bl" rotWithShape="0">
              <a:srgbClr val="4A2038">
                <a:alpha val="25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548640" y="489204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&amp; Safety Log — arrivals, alerts, and SOS events at a glance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6309360" y="489204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Helplines — direct dial to police, ambulance &amp; women's safety lines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SafeCheck  •  Personal Safety Companion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0758405-DA7E-ADB4-9780-769AF2A91D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832" y="1828800"/>
            <a:ext cx="5199888" cy="292607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4B10451-668F-BBE2-0C65-CCBFC3D6AA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59" y="1828801"/>
            <a:ext cx="5212081" cy="292607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4A20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572000" cy="4572000"/>
          </a:xfrm>
          <a:prstGeom prst="ellipse">
            <a:avLst/>
          </a:prstGeom>
          <a:solidFill>
            <a:srgbClr val="8C3A5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17043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two-stage architecture designed to eliminate false alarms without sacrificing safety.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5C2A44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10312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A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67919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Reminder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044952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4C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trip timer ends, SafeCheck sends a gentle prompt: “Did you reach safely?” One tap confirms it.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434840" y="187452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5C2A44"/>
          </a:solidFill>
          <a:ln/>
        </p:spPr>
      </p:sp>
      <p:sp>
        <p:nvSpPr>
          <p:cNvPr id="11" name="Shape 9"/>
          <p:cNvSpPr/>
          <p:nvPr/>
        </p:nvSpPr>
        <p:spPr>
          <a:xfrm>
            <a:off x="4663440" y="210312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A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709160" y="267919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Contact Alert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709160" y="3044952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4C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if you don't confirm within the grace period does SafeCheck escalate a live-location alert to your circle.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65592" y="1764792"/>
            <a:ext cx="3602736" cy="2121408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4D2DA"/>
            </a:solidFill>
            <a:prstDash val="solid"/>
          </a:ln>
          <a:effectLst>
            <a:outerShdw blurRad="127000" dist="38100" dir="5400000" algn="bl" rotWithShape="0">
              <a:srgbClr val="4A2038">
                <a:alpha val="25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40080" y="41605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B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Privacy-first, always. No constant tracking — location is shared only during an active trip or SOS.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40080" y="5669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4DE7EAA-B90E-DF8C-9A12-0A96E39BBA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3356" y="1833880"/>
            <a:ext cx="3447207" cy="19913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20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C707FE-0DC7-4C3F-18A8-61B10EC2E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38E03FE-6089-2CA0-F037-CDFC12C7B6C7}"/>
              </a:ext>
            </a:extLst>
          </p:cNvPr>
          <p:cNvSpPr/>
          <p:nvPr/>
        </p:nvSpPr>
        <p:spPr>
          <a:xfrm>
            <a:off x="3611882" y="883271"/>
            <a:ext cx="5609939" cy="5471809"/>
          </a:xfrm>
          <a:prstGeom prst="ellipse">
            <a:avLst/>
          </a:prstGeom>
          <a:solidFill>
            <a:srgbClr val="8C3A5D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9DD9F55-325C-C79A-E78C-3D62A27E118F}"/>
              </a:ext>
            </a:extLst>
          </p:cNvPr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646DA7A-36D0-ABC4-942D-43571ACC0121}"/>
              </a:ext>
            </a:extLst>
          </p:cNvPr>
          <p:cNvSpPr/>
          <p:nvPr/>
        </p:nvSpPr>
        <p:spPr>
          <a:xfrm>
            <a:off x="640080" y="117043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C32AB37-2C39-5F45-57BC-F1EA5B84A4E3}"/>
              </a:ext>
            </a:extLst>
          </p:cNvPr>
          <p:cNvSpPr txBox="1"/>
          <p:nvPr/>
        </p:nvSpPr>
        <p:spPr>
          <a:xfrm>
            <a:off x="914400" y="267919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897A0B9-141F-7B71-2B9D-5AF9AB8FE010}"/>
              </a:ext>
            </a:extLst>
          </p:cNvPr>
          <p:cNvSpPr txBox="1"/>
          <p:nvPr/>
        </p:nvSpPr>
        <p:spPr>
          <a:xfrm>
            <a:off x="4667655" y="294894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672CA9EF-3DAB-235F-9415-6B9DD6F67C1A}"/>
              </a:ext>
            </a:extLst>
          </p:cNvPr>
          <p:cNvSpPr/>
          <p:nvPr/>
        </p:nvSpPr>
        <p:spPr>
          <a:xfrm>
            <a:off x="640080" y="41605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E3DBAE65-3A5F-1EEF-A3F6-2DB57FD2A6B1}"/>
              </a:ext>
            </a:extLst>
          </p:cNvPr>
          <p:cNvSpPr/>
          <p:nvPr/>
        </p:nvSpPr>
        <p:spPr>
          <a:xfrm>
            <a:off x="4235504" y="3108960"/>
            <a:ext cx="42723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66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0BAC69B5-0631-DE30-CE2A-B7AFA8B3C6A7}"/>
              </a:ext>
            </a:extLst>
          </p:cNvPr>
          <p:cNvSpPr/>
          <p:nvPr/>
        </p:nvSpPr>
        <p:spPr>
          <a:xfrm>
            <a:off x="5024985" y="3954780"/>
            <a:ext cx="2930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9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SafeCheck — Personal Safety Companion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01650375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542</Words>
  <Application>Microsoft Office PowerPoint</Application>
  <PresentationFormat>Widescreen</PresentationFormat>
  <Paragraphs>80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purvakante3@gmail.com</cp:lastModifiedBy>
  <cp:revision>2</cp:revision>
  <dcterms:created xsi:type="dcterms:W3CDTF">2026-09-25T13:26:22Z</dcterms:created>
  <dcterms:modified xsi:type="dcterms:W3CDTF">2026-09-25T14:23:59Z</dcterms:modified>
</cp:coreProperties>
</file>